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919"/>
    <a:srgbClr val="FFCA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3BB67-75C0-479D-9C9C-3523E451B2B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0D2A6-1176-4416-ACF6-70757242B0B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362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90D2A6-1176-4416-ACF6-70757242B0B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321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9CC3B-8A76-520A-7BE3-BBA288254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EF4EB4-E70E-2C74-2A2F-DE7F8277E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32B7AE-E542-B6D8-062F-B0CF6100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DBC189-9B14-43F1-DF9A-D982D86B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7F4521-E887-0710-A66D-FD13F4C9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46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A4DC4-2CE7-7BA7-FE90-EA9B06A7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344BC0-213C-DBDE-7366-D1281A5D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BA4066-8E35-B1CA-4203-C75C745E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2354D1-F1F5-7305-068B-1DE44205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CD84F1-9CC1-2D36-EFEE-39C4959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5278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BFAB8-D928-3497-F400-FC4A2AA8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B1707A-F5A9-E2C9-4065-658474DCF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E6ACBB-4AE0-FA79-4852-885DF4B8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B12068-7F63-0033-6182-C5E4355A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30D2E5-0C3D-8BDA-10F5-258192B4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10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39F0EF-9618-4520-7DF4-05B2FAD3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D963DB-D8B4-DB27-9D9B-A40FB1B98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FD9D6E6-009E-903D-CB8F-679AED9FC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0C1805-55E4-70DD-FF77-5A042062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E886CB-D082-87F2-25F1-8CEA918D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5B9D71-8311-861B-E7F6-3CD64B42D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583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BE8CEC-FEF7-DB52-0680-9761BC33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848B86-9031-8C13-3816-5B6F1B07E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4B0B4E-62FA-1B07-5166-C79393427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8A1580-2600-FC33-9B91-7DE752980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F88535-F5BD-41E2-1078-990F4E8DEE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739F144-A46F-74DB-A050-F1320AE1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C98CE8D-7B37-0150-BA0F-7498ACC1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438237-5A03-62DF-FDF3-DD5B1CD0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749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A5BE74-412F-92FA-8EC6-54CCC1AE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423D69-6260-500D-60DD-D116230C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1A0293-5110-A232-A1E2-2E06C2078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24A20A-BD5C-0C84-737E-C1FED14D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0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672187A-45A6-B46C-D441-C525CA0F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2C08F14-2135-F141-D9DF-17DCC606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134408-EFE0-1886-5316-6DD071EC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61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3D8B8-5B46-F3D7-F68A-C5984501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C15371-F72E-BD50-E0D1-FBF1F80CD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56F75C-EB7D-DD3F-9A14-F7B9DE77F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0A2F97-BEB6-FFC7-F48A-6A9B200A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960234-AE89-BAAF-6AE5-DCC230C6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E1F9F0-CD04-41BC-FE3B-A75DF7D4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36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CEEC1-90D7-F28C-A98F-A359ABD7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06FC349-D002-D5BF-0695-9B234585C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0F6B82-974F-9819-D737-671274FA0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F1BEB0-E109-FE50-C4EE-8FD82996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D73D61-36AA-2550-1995-68BA2DA5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EADB4B-D0A8-D4E3-FFA7-626ADEBC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15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53082-9E16-6DEA-9782-A6371DBB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1815F5-B8A1-BC44-643D-F464E2E47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7BE26D-4688-7399-825E-B0E35EF11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7C074E-B19C-5CB4-4A04-258736B6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3CE60D-E199-1DA7-8FCC-9FD21A8E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351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2750294-BAE7-3F0F-CF65-C5F512D1A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9E455E-D837-6698-1BB5-0724C4588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C60E7B-D029-36A9-054D-4674C9C9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633076-268B-C41B-9AF3-67C4FC20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4B3E71-3F72-B615-C9B3-3E3E3A28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9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3BB7E0-1038-8520-EE0F-65B70200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BA88F5-5129-6FDC-EACB-37CD2D748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4C3D5D-25AA-6296-60D1-64A32782B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9529C-45C6-4704-8AFD-A6F98C41565A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2BF376-8F20-D703-623C-A478B6580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C6EF0B-0837-8BF4-FA98-D285DD359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0CAC8-24C9-4265-879B-4D6DEA0045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119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EF4A4E6-9364-6BF5-3A1C-A7C189EA33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D0F6305-B6A7-EF4E-839C-19314DB84636}"/>
              </a:ext>
            </a:extLst>
          </p:cNvPr>
          <p:cNvSpPr/>
          <p:nvPr/>
        </p:nvSpPr>
        <p:spPr>
          <a:xfrm>
            <a:off x="185292" y="133011"/>
            <a:ext cx="11821416" cy="655210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ysClr val="windowText" lastClr="000000"/>
              </a:solidFill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35942DCD-7D4F-4768-99DE-BE215348E3CC}"/>
              </a:ext>
            </a:extLst>
          </p:cNvPr>
          <p:cNvSpPr/>
          <p:nvPr/>
        </p:nvSpPr>
        <p:spPr>
          <a:xfrm>
            <a:off x="205342" y="3693137"/>
            <a:ext cx="11773298" cy="1054349"/>
          </a:xfrm>
          <a:prstGeom prst="rect">
            <a:avLst/>
          </a:prstGeom>
          <a:solidFill>
            <a:srgbClr val="FDC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AB5985F-6F67-9E43-2EFE-D99765EF4F28}"/>
              </a:ext>
            </a:extLst>
          </p:cNvPr>
          <p:cNvSpPr txBox="1"/>
          <p:nvPr/>
        </p:nvSpPr>
        <p:spPr>
          <a:xfrm>
            <a:off x="348656" y="196387"/>
            <a:ext cx="59205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latin typeface="+mj-lt"/>
              </a:rPr>
              <a:t>DER NEUE </a:t>
            </a:r>
            <a:r>
              <a:rPr lang="de-DE" sz="4400" b="1" dirty="0">
                <a:solidFill>
                  <a:srgbClr val="FFC000"/>
                </a:solidFill>
                <a:latin typeface="+mj-lt"/>
              </a:rPr>
              <a:t>HIGHSCORE-KRACHER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93853D6-39CB-8349-37A3-A19C0D135B9D}"/>
              </a:ext>
            </a:extLst>
          </p:cNvPr>
          <p:cNvSpPr/>
          <p:nvPr/>
        </p:nvSpPr>
        <p:spPr>
          <a:xfrm>
            <a:off x="4257209" y="2097825"/>
            <a:ext cx="3677582" cy="1516841"/>
          </a:xfrm>
          <a:prstGeom prst="rect">
            <a:avLst/>
          </a:prstGeom>
          <a:solidFill>
            <a:srgbClr val="FDC91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Die Bienen greifen Steve an, da er ihren besonderen Bienennektar geklaut hat. Dieser Bienennektar ermöglicht ihm spezielle Fähigkeiten einzusetzen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CFC6B0C-33D9-D063-9820-E750BFA41BE1}"/>
              </a:ext>
            </a:extLst>
          </p:cNvPr>
          <p:cNvSpPr/>
          <p:nvPr/>
        </p:nvSpPr>
        <p:spPr>
          <a:xfrm>
            <a:off x="394335" y="2097825"/>
            <a:ext cx="3677582" cy="1526253"/>
          </a:xfrm>
          <a:prstGeom prst="rect">
            <a:avLst/>
          </a:prstGeom>
          <a:solidFill>
            <a:srgbClr val="FDC91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Ziel des Spiels ist es so lange wie möglichen den angreifenden  (herunterfallenden) Bienen auszuweichen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35639A7-D5D6-B9F2-9E8D-27A29E9C21BA}"/>
              </a:ext>
            </a:extLst>
          </p:cNvPr>
          <p:cNvSpPr/>
          <p:nvPr/>
        </p:nvSpPr>
        <p:spPr>
          <a:xfrm>
            <a:off x="8120083" y="2097825"/>
            <a:ext cx="3677582" cy="1526253"/>
          </a:xfrm>
          <a:prstGeom prst="rect">
            <a:avLst/>
          </a:prstGeom>
          <a:solidFill>
            <a:srgbClr val="FDC91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Das Spiel ist in mehrere Wellen unterteilt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Nach jeder Welle kann man seine Spielfigur verbessern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b="1" dirty="0"/>
              <a:t>Eine Energieleiste begrenzt den Spieler in der Nutzung der Fähigkeiten</a:t>
            </a: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46136D3B-8DEF-E601-067E-53283276F23B}"/>
              </a:ext>
            </a:extLst>
          </p:cNvPr>
          <p:cNvGrpSpPr/>
          <p:nvPr/>
        </p:nvGrpSpPr>
        <p:grpSpPr>
          <a:xfrm>
            <a:off x="6676946" y="4843674"/>
            <a:ext cx="4965604" cy="1746717"/>
            <a:chOff x="6928172" y="4850695"/>
            <a:chExt cx="4965604" cy="1746717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B807505D-4222-FC0D-1DA5-C775B4E93D6E}"/>
                </a:ext>
              </a:extLst>
            </p:cNvPr>
            <p:cNvGrpSpPr/>
            <p:nvPr/>
          </p:nvGrpSpPr>
          <p:grpSpPr>
            <a:xfrm>
              <a:off x="7519132" y="4850696"/>
              <a:ext cx="4374644" cy="1746716"/>
              <a:chOff x="7440191" y="3924179"/>
              <a:chExt cx="4374644" cy="1746716"/>
            </a:xfrm>
          </p:grpSpPr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F6670780-8121-45C9-0440-4843AB4F9B19}"/>
                  </a:ext>
                </a:extLst>
              </p:cNvPr>
              <p:cNvSpPr/>
              <p:nvPr/>
            </p:nvSpPr>
            <p:spPr>
              <a:xfrm>
                <a:off x="7440191" y="3924179"/>
                <a:ext cx="4374644" cy="538536"/>
              </a:xfrm>
              <a:prstGeom prst="rect">
                <a:avLst/>
              </a:prstGeom>
              <a:noFill/>
              <a:ln w="38100">
                <a:solidFill>
                  <a:srgbClr val="FDC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>
                    <a:solidFill>
                      <a:schemeClr val="tx1"/>
                    </a:solidFill>
                  </a:rPr>
                  <a:t>Steve kann die Geschwindigkeit der herunterfallenden Bienen verlangsamen</a:t>
                </a:r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4E03B3BC-EAA6-0B8F-38C9-EDE3091F3985}"/>
                  </a:ext>
                </a:extLst>
              </p:cNvPr>
              <p:cNvSpPr/>
              <p:nvPr/>
            </p:nvSpPr>
            <p:spPr>
              <a:xfrm>
                <a:off x="7440191" y="4526805"/>
                <a:ext cx="4374644" cy="540000"/>
              </a:xfrm>
              <a:prstGeom prst="rect">
                <a:avLst/>
              </a:prstGeom>
              <a:noFill/>
              <a:ln w="38100">
                <a:solidFill>
                  <a:srgbClr val="FDC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>
                    <a:solidFill>
                      <a:schemeClr val="tx1"/>
                    </a:solidFill>
                  </a:rPr>
                  <a:t>Steve kann sich in alle 4 Himmelsrichtungen teleportieren, um scheinbar </a:t>
                </a:r>
                <a:r>
                  <a:rPr lang="de-DE" sz="1200" b="1" dirty="0" err="1">
                    <a:solidFill>
                      <a:schemeClr val="tx1"/>
                    </a:solidFill>
                  </a:rPr>
                  <a:t>unausweichbaren</a:t>
                </a:r>
                <a:r>
                  <a:rPr lang="de-DE" sz="1200" b="1" dirty="0">
                    <a:solidFill>
                      <a:schemeClr val="tx1"/>
                    </a:solidFill>
                  </a:rPr>
                  <a:t> Hindernissen auszuweichen</a:t>
                </a:r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1305CA6E-15BD-6367-C643-515FF42B09F6}"/>
                  </a:ext>
                </a:extLst>
              </p:cNvPr>
              <p:cNvSpPr/>
              <p:nvPr/>
            </p:nvSpPr>
            <p:spPr>
              <a:xfrm>
                <a:off x="7440191" y="5130895"/>
                <a:ext cx="4374644" cy="540000"/>
              </a:xfrm>
              <a:prstGeom prst="rect">
                <a:avLst/>
              </a:prstGeom>
              <a:noFill/>
              <a:ln w="38100">
                <a:solidFill>
                  <a:srgbClr val="FDC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>
                    <a:solidFill>
                      <a:schemeClr val="tx1"/>
                    </a:solidFill>
                  </a:rPr>
                  <a:t>Steve kann TNT platzieren, welches nach 3-sekündiger Zündung explodiert und alle bösen Gegner zerstört </a:t>
                </a:r>
              </a:p>
            </p:txBody>
          </p:sp>
        </p:grp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2A22386D-2F50-23A2-FB0C-D3839C2027B4}"/>
                </a:ext>
              </a:extLst>
            </p:cNvPr>
            <p:cNvSpPr/>
            <p:nvPr/>
          </p:nvSpPr>
          <p:spPr>
            <a:xfrm>
              <a:off x="6928172" y="4850695"/>
              <a:ext cx="540000" cy="538536"/>
            </a:xfrm>
            <a:prstGeom prst="rect">
              <a:avLst/>
            </a:prstGeom>
            <a:noFill/>
            <a:ln w="38100">
              <a:solidFill>
                <a:srgbClr val="FDC91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tx1"/>
                  </a:solidFill>
                </a:rPr>
                <a:t>Slow-Mo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DF70395C-07E7-6BEC-73B2-B80A733A053E}"/>
                </a:ext>
              </a:extLst>
            </p:cNvPr>
            <p:cNvSpPr/>
            <p:nvPr/>
          </p:nvSpPr>
          <p:spPr>
            <a:xfrm>
              <a:off x="6928172" y="5454786"/>
              <a:ext cx="540000" cy="538536"/>
            </a:xfrm>
            <a:prstGeom prst="rect">
              <a:avLst/>
            </a:prstGeom>
            <a:noFill/>
            <a:ln w="38100">
              <a:solidFill>
                <a:srgbClr val="FDC91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tx1"/>
                  </a:solidFill>
                </a:rPr>
                <a:t>Tele-</a:t>
              </a:r>
              <a:r>
                <a:rPr lang="de-DE" sz="1200" b="1" dirty="0" err="1">
                  <a:solidFill>
                    <a:schemeClr val="tx1"/>
                  </a:solidFill>
                </a:rPr>
                <a:t>port</a:t>
              </a:r>
              <a:endParaRPr lang="de-DE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4814D79-2204-8BCC-D1AB-8B434AC767BA}"/>
                </a:ext>
              </a:extLst>
            </p:cNvPr>
            <p:cNvSpPr/>
            <p:nvPr/>
          </p:nvSpPr>
          <p:spPr>
            <a:xfrm>
              <a:off x="6928172" y="6057412"/>
              <a:ext cx="540000" cy="538536"/>
            </a:xfrm>
            <a:prstGeom prst="rect">
              <a:avLst/>
            </a:prstGeom>
            <a:noFill/>
            <a:ln w="38100">
              <a:solidFill>
                <a:srgbClr val="FDC91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b="1" dirty="0">
                  <a:solidFill>
                    <a:schemeClr val="tx1"/>
                  </a:solidFill>
                </a:rPr>
                <a:t>TNT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27A0A461-5C5B-789C-F7E3-3867C2920F94}"/>
              </a:ext>
            </a:extLst>
          </p:cNvPr>
          <p:cNvGrpSpPr/>
          <p:nvPr/>
        </p:nvGrpSpPr>
        <p:grpSpPr>
          <a:xfrm>
            <a:off x="544201" y="4843674"/>
            <a:ext cx="4965604" cy="1748180"/>
            <a:chOff x="6928172" y="2200883"/>
            <a:chExt cx="4965604" cy="1748180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9A8A5ACD-4EEB-3012-9FF6-B60CB03E3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8172" y="2200883"/>
              <a:ext cx="540000" cy="540000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1EB1EE78-76A5-6640-6F52-75CB36650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8172" y="2804973"/>
              <a:ext cx="540000" cy="540000"/>
            </a:xfrm>
            <a:prstGeom prst="rect">
              <a:avLst/>
            </a:prstGeom>
          </p:spPr>
        </p:pic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C82906F3-D2E8-32E7-A12A-8CD61FC86FDE}"/>
                </a:ext>
              </a:extLst>
            </p:cNvPr>
            <p:cNvGrpSpPr/>
            <p:nvPr/>
          </p:nvGrpSpPr>
          <p:grpSpPr>
            <a:xfrm>
              <a:off x="7519132" y="2202347"/>
              <a:ext cx="4374644" cy="1746716"/>
              <a:chOff x="7440191" y="3924179"/>
              <a:chExt cx="4374644" cy="1746716"/>
            </a:xfrm>
          </p:grpSpPr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33CCE736-4C76-8B54-4102-20FD1266D8B2}"/>
                  </a:ext>
                </a:extLst>
              </p:cNvPr>
              <p:cNvSpPr/>
              <p:nvPr/>
            </p:nvSpPr>
            <p:spPr>
              <a:xfrm>
                <a:off x="7440191" y="3924179"/>
                <a:ext cx="4374644" cy="538536"/>
              </a:xfrm>
              <a:prstGeom prst="rect">
                <a:avLst/>
              </a:prstGeom>
              <a:noFill/>
              <a:ln w="38100">
                <a:solidFill>
                  <a:srgbClr val="FDC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>
                    <a:solidFill>
                      <a:schemeClr val="tx1"/>
                    </a:solidFill>
                  </a:rPr>
                  <a:t>Steve ist die Spielfigur des Spielers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687BC206-451D-2963-E770-E7C2D19601EE}"/>
                  </a:ext>
                </a:extLst>
              </p:cNvPr>
              <p:cNvSpPr/>
              <p:nvPr/>
            </p:nvSpPr>
            <p:spPr>
              <a:xfrm>
                <a:off x="7440191" y="4526805"/>
                <a:ext cx="4374644" cy="540000"/>
              </a:xfrm>
              <a:prstGeom prst="rect">
                <a:avLst/>
              </a:prstGeom>
              <a:noFill/>
              <a:ln w="38100">
                <a:solidFill>
                  <a:srgbClr val="FDC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>
                    <a:solidFill>
                      <a:schemeClr val="tx1"/>
                    </a:solidFill>
                  </a:rPr>
                  <a:t>Die Bienen sind Böse und greifen Steve an</a:t>
                </a:r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6EA0C374-3A72-1D2B-BE14-06B5476E9B4E}"/>
                  </a:ext>
                </a:extLst>
              </p:cNvPr>
              <p:cNvSpPr/>
              <p:nvPr/>
            </p:nvSpPr>
            <p:spPr>
              <a:xfrm>
                <a:off x="7440191" y="5130895"/>
                <a:ext cx="4374644" cy="540000"/>
              </a:xfrm>
              <a:prstGeom prst="rect">
                <a:avLst/>
              </a:prstGeom>
              <a:noFill/>
              <a:ln w="38100">
                <a:solidFill>
                  <a:srgbClr val="FDC9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>
                    <a:solidFill>
                      <a:schemeClr val="tx1"/>
                    </a:solidFill>
                  </a:rPr>
                  <a:t>Manchmal erscheint ein gelber Nektar-Strahl, welcher sich über die komplette Spielfeldbreite zieht</a:t>
                </a:r>
              </a:p>
            </p:txBody>
          </p:sp>
        </p:grp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1CC3D40F-62BD-0EC3-98A5-12C374599A6B}"/>
                </a:ext>
              </a:extLst>
            </p:cNvPr>
            <p:cNvSpPr/>
            <p:nvPr/>
          </p:nvSpPr>
          <p:spPr>
            <a:xfrm>
              <a:off x="6928172" y="3581108"/>
              <a:ext cx="540000" cy="19591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1"/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B29D433A-336E-CCD1-DED9-8653DFB32CE3}"/>
              </a:ext>
            </a:extLst>
          </p:cNvPr>
          <p:cNvGrpSpPr/>
          <p:nvPr/>
        </p:nvGrpSpPr>
        <p:grpSpPr>
          <a:xfrm>
            <a:off x="6292316" y="217145"/>
            <a:ext cx="3314432" cy="1180401"/>
            <a:chOff x="5748246" y="217145"/>
            <a:chExt cx="3314432" cy="1180401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58C0925F-B953-1AE2-3E52-CF247D1C1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8246" y="550105"/>
              <a:ext cx="323166" cy="323166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EEBA4A45-5A7C-72D4-F818-AF5F4185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4222" y="550105"/>
              <a:ext cx="301579" cy="301579"/>
            </a:xfrm>
            <a:prstGeom prst="rect">
              <a:avLst/>
            </a:prstGeom>
          </p:spPr>
        </p:pic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DCDCE431-CB4B-00A6-C051-9C2EF0D01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2795" y="366599"/>
              <a:ext cx="301579" cy="301579"/>
            </a:xfrm>
            <a:prstGeom prst="rect">
              <a:avLst/>
            </a:prstGeom>
          </p:spPr>
        </p:pic>
        <p:pic>
          <p:nvPicPr>
            <p:cNvPr id="30" name="Grafik 29">
              <a:extLst>
                <a:ext uri="{FF2B5EF4-FFF2-40B4-BE49-F238E27FC236}">
                  <a16:creationId xmlns:a16="http://schemas.microsoft.com/office/drawing/2014/main" id="{BE9D0A62-4748-0901-3D84-6EAA5F508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3181" y="939178"/>
              <a:ext cx="381053" cy="381053"/>
            </a:xfrm>
            <a:prstGeom prst="rect">
              <a:avLst/>
            </a:prstGeom>
          </p:spPr>
        </p:pic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64A3DD23-F2C9-DF7A-E0FA-55F020240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7487" y="217145"/>
              <a:ext cx="1885191" cy="1180401"/>
            </a:xfrm>
            <a:prstGeom prst="rect">
              <a:avLst/>
            </a:prstGeom>
          </p:spPr>
        </p:pic>
      </p:grpSp>
      <p:sp>
        <p:nvSpPr>
          <p:cNvPr id="35" name="Textfeld 34">
            <a:extLst>
              <a:ext uri="{FF2B5EF4-FFF2-40B4-BE49-F238E27FC236}">
                <a16:creationId xmlns:a16="http://schemas.microsoft.com/office/drawing/2014/main" id="{49D8F6F7-4380-057C-8B77-584CB3E7E477}"/>
              </a:ext>
            </a:extLst>
          </p:cNvPr>
          <p:cNvSpPr txBox="1"/>
          <p:nvPr/>
        </p:nvSpPr>
        <p:spPr>
          <a:xfrm rot="16200000">
            <a:off x="-505703" y="5554718"/>
            <a:ext cx="1745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b="1" dirty="0"/>
              <a:t>DIE EINHEITEN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C0A7FC8-CEEE-2350-B151-613C96564160}"/>
              </a:ext>
            </a:extLst>
          </p:cNvPr>
          <p:cNvSpPr txBox="1"/>
          <p:nvPr/>
        </p:nvSpPr>
        <p:spPr>
          <a:xfrm rot="16200000">
            <a:off x="5581271" y="5554717"/>
            <a:ext cx="1745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b="1" dirty="0"/>
              <a:t>DIE FÄHIGKEITEN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8A783038-5E5B-174F-6746-7ABEE01FCD35}"/>
              </a:ext>
            </a:extLst>
          </p:cNvPr>
          <p:cNvSpPr txBox="1"/>
          <p:nvPr/>
        </p:nvSpPr>
        <p:spPr>
          <a:xfrm>
            <a:off x="1360498" y="1766133"/>
            <a:ext cx="1745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b="1" dirty="0"/>
              <a:t>Ziel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2C61126C-9B73-E841-6221-6519B95F9368}"/>
              </a:ext>
            </a:extLst>
          </p:cNvPr>
          <p:cNvSpPr txBox="1"/>
          <p:nvPr/>
        </p:nvSpPr>
        <p:spPr>
          <a:xfrm>
            <a:off x="5223372" y="1766133"/>
            <a:ext cx="1745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b="1" dirty="0"/>
              <a:t>Story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1AFCC37-85B7-5270-B801-AA4809E7B783}"/>
              </a:ext>
            </a:extLst>
          </p:cNvPr>
          <p:cNvSpPr txBox="1"/>
          <p:nvPr/>
        </p:nvSpPr>
        <p:spPr>
          <a:xfrm>
            <a:off x="9207909" y="1766133"/>
            <a:ext cx="1745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b="1" dirty="0"/>
              <a:t>Ablauf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5E502610-1F06-AB39-87DB-A0E7C5213F4A}"/>
              </a:ext>
            </a:extLst>
          </p:cNvPr>
          <p:cNvGrpSpPr/>
          <p:nvPr/>
        </p:nvGrpSpPr>
        <p:grpSpPr>
          <a:xfrm>
            <a:off x="2400736" y="3869372"/>
            <a:ext cx="8789151" cy="638967"/>
            <a:chOff x="2987066" y="3914392"/>
            <a:chExt cx="7390526" cy="638967"/>
          </a:xfrm>
          <a:solidFill>
            <a:schemeClr val="bg1"/>
          </a:solidFill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9B74205F-271A-E336-3C54-F28C639FF09B}"/>
                </a:ext>
              </a:extLst>
            </p:cNvPr>
            <p:cNvSpPr/>
            <p:nvPr/>
          </p:nvSpPr>
          <p:spPr>
            <a:xfrm>
              <a:off x="2987066" y="3914392"/>
              <a:ext cx="2333417" cy="638967"/>
            </a:xfrm>
            <a:prstGeom prst="rect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>
                  <a:solidFill>
                    <a:schemeClr val="tx1"/>
                  </a:solidFill>
                </a:rPr>
                <a:t>ERHÖHTES TEMPO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6BC9371D-829F-47F7-8EAA-F8DE3E792332}"/>
                </a:ext>
              </a:extLst>
            </p:cNvPr>
            <p:cNvSpPr/>
            <p:nvPr/>
          </p:nvSpPr>
          <p:spPr>
            <a:xfrm>
              <a:off x="5509805" y="3914392"/>
              <a:ext cx="2339366" cy="638967"/>
            </a:xfrm>
            <a:prstGeom prst="rect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>
                  <a:solidFill>
                    <a:schemeClr val="tx1"/>
                  </a:solidFill>
                </a:rPr>
                <a:t>VERSTÄRKTE SLOW-MO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21FC05E7-C6B5-7605-0335-BBD1BDC4C2DB}"/>
                </a:ext>
              </a:extLst>
            </p:cNvPr>
            <p:cNvSpPr/>
            <p:nvPr/>
          </p:nvSpPr>
          <p:spPr>
            <a:xfrm>
              <a:off x="8038226" y="3914392"/>
              <a:ext cx="2339366" cy="638967"/>
            </a:xfrm>
            <a:prstGeom prst="rect">
              <a:avLst/>
            </a:prstGeom>
            <a:grp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>
                  <a:solidFill>
                    <a:schemeClr val="tx1"/>
                  </a:solidFill>
                </a:rPr>
                <a:t>EXTRA LEBEN</a:t>
              </a: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8610F091-D25E-E3C7-3B85-6DAE78E561F6}"/>
              </a:ext>
            </a:extLst>
          </p:cNvPr>
          <p:cNvSpPr txBox="1"/>
          <p:nvPr/>
        </p:nvSpPr>
        <p:spPr>
          <a:xfrm>
            <a:off x="560820" y="4027272"/>
            <a:ext cx="1745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500" b="1" dirty="0"/>
              <a:t>DIE UPGRADES</a:t>
            </a:r>
          </a:p>
        </p:txBody>
      </p:sp>
    </p:spTree>
    <p:extLst>
      <p:ext uri="{BB962C8B-B14F-4D97-AF65-F5344CB8AC3E}">
        <p14:creationId xmlns:p14="http://schemas.microsoft.com/office/powerpoint/2010/main" val="312652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C092E4FD4A1D0418BAA5E4B8618BD5E" ma:contentTypeVersion="10" ma:contentTypeDescription="Ein neues Dokument erstellen." ma:contentTypeScope="" ma:versionID="84cdd9f2925dc800bac8192b229c504d">
  <xsd:schema xmlns:xsd="http://www.w3.org/2001/XMLSchema" xmlns:xs="http://www.w3.org/2001/XMLSchema" xmlns:p="http://schemas.microsoft.com/office/2006/metadata/properties" xmlns:ns3="6b63d6db-7994-46bc-b979-1620c35f60d7" targetNamespace="http://schemas.microsoft.com/office/2006/metadata/properties" ma:root="true" ma:fieldsID="4cb875cebee8786f36995dbd5c4c2498" ns3:_="">
    <xsd:import namespace="6b63d6db-7994-46bc-b979-1620c35f60d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3d6db-7994-46bc-b979-1620c35f60d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63d6db-7994-46bc-b979-1620c35f60d7" xsi:nil="true"/>
  </documentManagement>
</p:properties>
</file>

<file path=customXml/itemProps1.xml><?xml version="1.0" encoding="utf-8"?>
<ds:datastoreItem xmlns:ds="http://schemas.openxmlformats.org/officeDocument/2006/customXml" ds:itemID="{360327B8-5F83-42A9-9FE4-B18D6C69A5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63d6db-7994-46bc-b979-1620c35f60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00EDD5-91C7-40A4-8CB4-D88FB93B9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D5BE69-AFAE-4D2A-80F3-F011A1198AA4}">
  <ds:schemaRefs>
    <ds:schemaRef ds:uri="6b63d6db-7994-46bc-b979-1620c35f60d7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Breitbild</PresentationFormat>
  <Paragraphs>25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Niclas Verbrueggen</dc:creator>
  <cp:lastModifiedBy>Niclas Verbrueggen</cp:lastModifiedBy>
  <cp:revision>2</cp:revision>
  <dcterms:created xsi:type="dcterms:W3CDTF">2026-05-22T12:04:15Z</dcterms:created>
  <dcterms:modified xsi:type="dcterms:W3CDTF">2026-05-26T18:32:03Z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0x010100CC092E4FD4A1D0418BAA5E4B8618BD5E</vt:lpwstr>
  </property>
</Properties>
</file>